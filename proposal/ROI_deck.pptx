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D23F"/>
                </a:solidFill>
              </a:defRPr>
            </a:pPr>
            <a:r>
              <a:t>NORTH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Workload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Digital Transformation for Enterprise Expense Management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Technology Strategy &amp; Transformation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Process Reengineering | Solution Architecture |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D23F"/>
                </a:solidFill>
              </a:defRPr>
            </a:pPr>
            <a:r>
              <a:t>Confidential | Prepared for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PROBLEM: Manual expense reporting costs $620K/year with 9.7-day cycle times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SOLUTION: AI-powered automation reducing cycle time by 78% (9.7 to 2.1 days)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IMPACT: $434K annual savings | 70% cost reduction | 3.1x productivity gain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APPROACH: Phased implementation over 12 weeks using Power Platform + Python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ROI: 865% return in Year 1 with 1.2-month payback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The current expense reporting process is manual, error-prone, and slow: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- 12-step manual workflow across 4 organizational layers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- Average 9.7-day end-to-end processing time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- 18% data entry error rate requiring rework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- $620,647 annual operational cost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- 81.5% receipt attachment rate (target: 98%)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- Employee satisfaction: LOW (delayed reimbursements)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Data Source: Analysis of 5,000 expense records over 18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AS-IS Process Flow</a:t>
            </a:r>
          </a:p>
        </p:txBody>
      </p:sp>
      <p:pic>
        <p:nvPicPr>
          <p:cNvPr id="3" name="Picture 2" descr="as_is_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Bottleneck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 Lost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Annual Cost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Manual Data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No OCR/auto-import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33 min/report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$124,740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Approval Queue Delays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Email routing, no SLA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72+ hrs avg wait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$233,100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Finance 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Manual validation,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40 min + 5-day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$184,800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TO-BE Process Flow (Automated)</a:t>
            </a:r>
          </a:p>
        </p:txBody>
      </p:sp>
      <p:pic>
        <p:nvPicPr>
          <p:cNvPr id="3" name="Picture 2" descr="to_be_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Solution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ROI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Future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Annual Operating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$620,647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$186,194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70%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Cycle Time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9.7 days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2.1 days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78% faster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Reports per FTE/day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3.1x increase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Error 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72% reduction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Annual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$434,453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ROI (Year 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865%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Payback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1.2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6809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914400"/>
                <a:gridCol w="256032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User adoption resistance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Change mgmt +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Data migration errors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Phased rollout + validation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Integration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API-first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Budget overrun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Agile sprints + checkpoints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Vendor lock-in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Modular design + 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Implementation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347472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1. Discovery &amp;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AS-IS map, requirements,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Consultant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2. Data Engineering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ETL pipeline, database, analytics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Data Engineer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3. Dashboard &amp;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Power BI dashboard, KPI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BI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4. Automation Build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7-9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Power Automate flows, AI detection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Automation Dev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5. Testing &amp;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UAT, change management,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QA +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6. Go-Live &amp; Handover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Production deployment, support handover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Full Team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